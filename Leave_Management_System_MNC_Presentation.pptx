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Leave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System Design Presentation</a:t>
            </a:r>
          </a:p>
          <a:p>
            <a:r>
              <a:t>Angular | ASP.NET Core | SQL Server</a:t>
            </a:r>
          </a:p>
          <a:p>
            <a:r>
              <a:t>Prepared by: Akshit Arora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Web-based Leave Management System</a:t>
            </a:r>
          </a:p>
          <a:p>
            <a:r>
              <a:t>Automates leave application and approval</a:t>
            </a:r>
          </a:p>
          <a:p>
            <a:r>
              <a:t>Enterprise-ready and secure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Angular</a:t>
            </a:r>
          </a:p>
          <a:p>
            <a:r>
              <a:t>Backend: ASP.NET Core Web API</a:t>
            </a:r>
          </a:p>
          <a:p>
            <a:r>
              <a:t>Database: Microsoft SQL Server</a:t>
            </a:r>
          </a:p>
          <a:p>
            <a:r>
              <a:t>Security: JWT Authentication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pic>
        <p:nvPicPr>
          <p:cNvPr id="3" name="Picture 2" descr="Leave_Management_System_Architecture_Diagram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7026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 Diagram</a:t>
            </a:r>
          </a:p>
        </p:txBody>
      </p:sp>
      <p:pic>
        <p:nvPicPr>
          <p:cNvPr id="3" name="Picture 2" descr="LMS_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Sequence Diagram – Apply Leave</a:t>
            </a:r>
          </a:p>
        </p:txBody>
      </p:sp>
      <p:pic>
        <p:nvPicPr>
          <p:cNvPr id="3" name="Picture 2" descr="LMS_Sequenc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Functional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Employee Module – Apply &amp; Track Leave</a:t>
            </a:r>
          </a:p>
          <a:p>
            <a:r>
              <a:t>Manager Module – Approve / Reject Leave</a:t>
            </a:r>
          </a:p>
          <a:p>
            <a:r>
              <a:t>Authentication &amp; Authorization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/api/auth/login</a:t>
            </a:r>
          </a:p>
          <a:p>
            <a:r>
              <a:t>/api/auth/register</a:t>
            </a:r>
          </a:p>
          <a:p>
            <a:r>
              <a:t>/api/leave/apply</a:t>
            </a:r>
          </a:p>
          <a:p>
            <a:r>
              <a:t>/api/leave/approve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Non-Functional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JWT-based Authentication</a:t>
            </a:r>
          </a:p>
          <a:p>
            <a:r>
              <a:t>Role-based Access Control</a:t>
            </a:r>
          </a:p>
          <a:p>
            <a:r>
              <a:t>Scalable &amp; Reliable Architecture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Enterprise-grade system design</a:t>
            </a:r>
          </a:p>
          <a:p>
            <a:r>
              <a:t>Scalable, secure, and maintainable</a:t>
            </a:r>
          </a:p>
          <a:p>
            <a:r>
              <a:t>Suitable for real-world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